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82dd50d4ae482b" /><Relationship Type="http://schemas.openxmlformats.org/officeDocument/2006/relationships/extended-properties" Target="/docProps/app.xml" Id="R608b949de4544c26" /><Relationship Type="http://schemas.openxmlformats.org/officeDocument/2006/relationships/officeDocument" Target="/ppt/presentation.xml" Id="R1b9448e78eca41f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a3e5933db954484"/>
    <p:sldMasterId xmlns:r="http://schemas.openxmlformats.org/officeDocument/2006/relationships" id="2147483659" r:id="R6058cf747b1b46c0"/>
  </p:sldMasterIdLst>
  <p:notesMasterIdLst>
    <p:notesMasterId xmlns:r="http://schemas.openxmlformats.org/officeDocument/2006/relationships" r:id="R6e130e19b8ef4865"/>
  </p:notesMasterIdLst>
  <p:sldIdLst>
    <p:sldId xmlns:r="http://schemas.openxmlformats.org/officeDocument/2006/relationships" id="256" r:id="R9fffcdb9bfec4c3e"/>
    <p:sldId xmlns:r="http://schemas.openxmlformats.org/officeDocument/2006/relationships" id="257" r:id="Rb76049f1ffde43db"/>
    <p:sldId xmlns:r="http://schemas.openxmlformats.org/officeDocument/2006/relationships" id="258" r:id="R016f1ef835994aa4"/>
    <p:sldId xmlns:r="http://schemas.openxmlformats.org/officeDocument/2006/relationships" id="259" r:id="R388dec8bf4b64f22"/>
    <p:sldId xmlns:r="http://schemas.openxmlformats.org/officeDocument/2006/relationships" id="260" r:id="R38bece409f1d483a"/>
    <p:sldId xmlns:r="http://schemas.openxmlformats.org/officeDocument/2006/relationships" id="261" r:id="R44f10697f49140d6"/>
    <p:sldId xmlns:r="http://schemas.openxmlformats.org/officeDocument/2006/relationships" id="262" r:id="R91340a3e229645aa"/>
  </p:sldIdLst>
  <p:sldSz cx="12192000" cy="6858000"/>
  <p:notesSz cx="6858000" cy="9144000"/>
  <p:embeddedFontLst>
    <p:embeddedFont>
      <p:font typeface="Lora"/>
      <p:regular xmlns:r="http://schemas.openxmlformats.org/officeDocument/2006/relationships" r:id="R47ce6796888b4e15"/>
      <p:bold xmlns:r="http://schemas.openxmlformats.org/officeDocument/2006/relationships" r:id="R8694a616f6904bef"/>
      <p:italic xmlns:r="http://schemas.openxmlformats.org/officeDocument/2006/relationships" r:id="R2c61cee587914494"/>
      <p:boldItalic xmlns:r="http://schemas.openxmlformats.org/officeDocument/2006/relationships" r:id="R691f142124864e48"/>
    </p:embeddedFont>
    <p:embeddedFont>
      <p:font typeface="OpenAI Sans"/>
      <p:regular xmlns:r="http://schemas.openxmlformats.org/officeDocument/2006/relationships" r:id="Rf658b6063f5e454b"/>
      <p:bold xmlns:r="http://schemas.openxmlformats.org/officeDocument/2006/relationships" r:id="R3930cfd00dfa4cda"/>
      <p:italic xmlns:r="http://schemas.openxmlformats.org/officeDocument/2006/relationships" r:id="R0615d09dc6e9496b"/>
      <p:boldItalic xmlns:r="http://schemas.openxmlformats.org/officeDocument/2006/relationships" r:id="R09bf4a164afb4fcd"/>
    </p:embeddedFont>
    <p:embeddedFont>
      <p:font typeface="Roboto"/>
      <p:regular xmlns:r="http://schemas.openxmlformats.org/officeDocument/2006/relationships" r:id="Rc02c162ad7114c6b"/>
      <p:bold xmlns:r="http://schemas.openxmlformats.org/officeDocument/2006/relationships" r:id="R52f61a6287f84249"/>
      <p:italic xmlns:r="http://schemas.openxmlformats.org/officeDocument/2006/relationships" r:id="Re196643064984506"/>
      <p:boldItalic xmlns:r="http://schemas.openxmlformats.org/officeDocument/2006/relationships" r:id="R1717bd7d7e904a9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4c5efbf822495d" /><Relationship Type="http://schemas.openxmlformats.org/officeDocument/2006/relationships/slideMaster" Target="/ppt/slideMasters/slideMaster1.xml" Id="R6a3e5933db954484" /><Relationship Type="http://schemas.openxmlformats.org/officeDocument/2006/relationships/slideMaster" Target="/ppt/slideMasters/slideMaster2.xml" Id="R6058cf747b1b46c0" /><Relationship Type="http://schemas.openxmlformats.org/officeDocument/2006/relationships/notesMaster" Target="/ppt/notesMasters/notesMaster1.xml" Id="R6e130e19b8ef4865" /><Relationship Type="http://schemas.openxmlformats.org/officeDocument/2006/relationships/presProps" Target="/ppt/presProps.xml" Id="Rc5d79050daab4f92" /><Relationship Type="http://schemas.openxmlformats.org/officeDocument/2006/relationships/viewProps" Target="/ppt/viewProps.xml" Id="R8c6a69c5979941c4" /><Relationship Type="http://schemas.openxmlformats.org/officeDocument/2006/relationships/tableStyles" Target="/ppt/tableStyles.xml" Id="R3d02b8e688234b5b" /><Relationship Type="http://schemas.openxmlformats.org/officeDocument/2006/relationships/font" Target="/ppt/fonts/font.dat" Id="R47ce6796888b4e15" /><Relationship Type="http://schemas.openxmlformats.org/officeDocument/2006/relationships/font" Target="/ppt/fonts/font2.dat" Id="R8694a616f6904bef" /><Relationship Type="http://schemas.openxmlformats.org/officeDocument/2006/relationships/font" Target="/ppt/fonts/font3.dat" Id="R2c61cee587914494" /><Relationship Type="http://schemas.openxmlformats.org/officeDocument/2006/relationships/font" Target="/ppt/fonts/font4.dat" Id="R691f142124864e48" /><Relationship Type="http://schemas.openxmlformats.org/officeDocument/2006/relationships/font" Target="/ppt/fonts/font5.dat" Id="Rf658b6063f5e454b" /><Relationship Type="http://schemas.openxmlformats.org/officeDocument/2006/relationships/font" Target="/ppt/fonts/font6.dat" Id="R3930cfd00dfa4cda" /><Relationship Type="http://schemas.openxmlformats.org/officeDocument/2006/relationships/font" Target="/ppt/fonts/font7.dat" Id="R0615d09dc6e9496b" /><Relationship Type="http://schemas.openxmlformats.org/officeDocument/2006/relationships/font" Target="/ppt/fonts/font8.dat" Id="R09bf4a164afb4fcd" /><Relationship Type="http://schemas.openxmlformats.org/officeDocument/2006/relationships/font" Target="/ppt/fonts/font9.dat" Id="Rc02c162ad7114c6b" /><Relationship Type="http://schemas.openxmlformats.org/officeDocument/2006/relationships/font" Target="/ppt/fonts/font10.dat" Id="R52f61a6287f84249" /><Relationship Type="http://schemas.openxmlformats.org/officeDocument/2006/relationships/font" Target="/ppt/fonts/font11.dat" Id="Re196643064984506" /><Relationship Type="http://schemas.openxmlformats.org/officeDocument/2006/relationships/font" Target="/ppt/fonts/font12.dat" Id="R1717bd7d7e904a93" /><Relationship Type="http://schemas.openxmlformats.org/officeDocument/2006/relationships/slide" Target="/ppt/slides/slide1.xml" Id="R9fffcdb9bfec4c3e" /><Relationship Type="http://schemas.openxmlformats.org/officeDocument/2006/relationships/slide" Target="/ppt/slides/slide2.xml" Id="Rb76049f1ffde43db" /><Relationship Type="http://schemas.openxmlformats.org/officeDocument/2006/relationships/slide" Target="/ppt/slides/slide3.xml" Id="R016f1ef835994aa4" /><Relationship Type="http://schemas.openxmlformats.org/officeDocument/2006/relationships/slide" Target="/ppt/slides/slide4.xml" Id="R388dec8bf4b64f22" /><Relationship Type="http://schemas.openxmlformats.org/officeDocument/2006/relationships/slide" Target="/ppt/slides/slide5.xml" Id="R38bece409f1d483a" /><Relationship Type="http://schemas.openxmlformats.org/officeDocument/2006/relationships/slide" Target="/ppt/slides/slide6.xml" Id="R44f10697f49140d6" /><Relationship Type="http://schemas.openxmlformats.org/officeDocument/2006/relationships/slide" Target="/ppt/slides/slide7.xml" Id="R91340a3e229645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f6c12c6e0d5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df75d59d4643d0" /><Relationship Type="http://schemas.openxmlformats.org/officeDocument/2006/relationships/notesMaster" Target="/ppt/notesMasters/notesMaster1.xml" Id="Raaf7d0694ae04c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71cd5c36ec41d4" /><Relationship Type="http://schemas.openxmlformats.org/officeDocument/2006/relationships/notesMaster" Target="/ppt/notesMasters/notesMaster1.xml" Id="R96eca828c529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eb0b2edd224b13" /><Relationship Type="http://schemas.openxmlformats.org/officeDocument/2006/relationships/notesMaster" Target="/ppt/notesMasters/notesMaster1.xml" Id="R87c7751355cf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1329d094344f27" /><Relationship Type="http://schemas.openxmlformats.org/officeDocument/2006/relationships/notesMaster" Target="/ppt/notesMasters/notesMaster1.xml" Id="R72ad5ff20b5544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4b3c54aab421b" /><Relationship Type="http://schemas.openxmlformats.org/officeDocument/2006/relationships/notesMaster" Target="/ppt/notesMasters/notesMaster1.xml" Id="R2090a6c3245d4c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5347f430184f9b" /><Relationship Type="http://schemas.openxmlformats.org/officeDocument/2006/relationships/notesMaster" Target="/ppt/notesMasters/notesMaster1.xml" Id="R9b67020ea737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865fcab3704eb1" /><Relationship Type="http://schemas.openxmlformats.org/officeDocument/2006/relationships/notesMaster" Target="/ppt/notesMasters/notesMaster1.xml" Id="R1c0e7ab4a19342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Visão do Ecossistema (29/09/2026); DEC-0042 (05/10/2026); briefing comercial do solicitante. Acesso remoto previsto, sujeito à validação técnica. Sem métricas comerciais comprovadas fornecidas. Imagem ilustrativa gerada por IA quando presente. Referências de linguagem visual: https://www.eztec.com.br/ e https://www.cyrela.com.br/ . Templates Operating Review e Market Trends Report fornecidos pelo usuário.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Visão do Ecossistema (29/09/2026); DEC-0042 (05/10/2026); briefing comercial do solicitante. Acesso remoto previsto, sujeito à validação técnica. Sem métricas comerciais comprovadas fornecidas. Imagem ilustrativa gerada por IA quando presente. Referências de linguagem visual: https://www.eztec.com.br/ e https://www.cyrela.com.br/ . Templates Operating Review e Market Trends Report fornecidos pelo usuário.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Visão do Ecossistema (29/09/2026); DEC-0042 (05/10/2026); briefing comercial do solicitante. Acesso remoto previsto, sujeito à validação técnica. Sem métricas comerciais comprovadas fornecidas. Imagem ilustrativa gerada por IA quando presente. Referências de linguagem visual: https://www.eztec.com.br/ e https://www.cyrela.com.br/ . Templates Operating Review e Market Trends Report fornecidos pelo usuário.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Visão do Ecossistema (29/09/2026); DEC-0042 (05/10/2026); briefing comercial do solicitante. Acesso remoto previsto, sujeito à validação técnica. Sem métricas comerciais comprovadas fornecidas. Imagem ilustrativa gerada por IA quando presente. Referências de linguagem visual: https://www.eztec.com.br/ e https://www.cyrela.com.br/ . Templates Operating Review e Market Trends Report fornecidos pelo usuário.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Visão do Ecossistema (29/09/2026); DEC-0042 (05/10/2026); briefing comercial do solicitante. Acesso remoto previsto, sujeito à validação técnica. Sem métricas comerciais comprovadas fornecidas. Imagem ilustrativa gerada por IA quando presente. Referências de linguagem visual: https://www.eztec.com.br/ e https://www.cyrela.com.br/ . Templates Operating Review e Market Trends Report fornecidos pelo usuário.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Visão do Ecossistema (29/09/2026); DEC-0042 (05/10/2026); briefing comercial do solicitante. Acesso remoto previsto, sujeito à validação técnica. Sem métricas comerciais comprovadas fornecidas. Imagem ilustrativa gerada por IA quando presente. Referências de linguagem visual: https://www.eztec.com.br/ e https://www.cyrela.com.br/ . Templates Operating Review e Market Trends Report fornecidos pelo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Visão do Ecossistema (29/09/2026); DEC-0042 (05/10/2026); briefing comercial do solicitante. Acesso remoto previsto, sujeito à validação técnica. Sem métricas comerciais comprovadas fornecidas. Imagem ilustrativa gerada por IA quando presente. Referências de linguagem visual: https://www.eztec.com.br/ e https://www.cyrela.com.br/ . Templates Operating Review e Market Trends Report fornecidos pelo usuário.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e9d08b1ea4e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75915ee2141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2d9e1d2544a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9044f0b884b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3f2e9b8094b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232a095474d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8089c650146d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37665cb954a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a0418724847b3" /><Relationship Type="http://schemas.openxmlformats.org/officeDocument/2006/relationships/image" Target="/ppt/media/image.png" Id="R518a9dfff38b43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3b391ff4b430d" /><Relationship Type="http://schemas.openxmlformats.org/officeDocument/2006/relationships/image" Target="/ppt/media/image2.png" Id="Rff399894f41d439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b8f2464aed40a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0eeb0dccc9448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aafd01d894460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8fd2fcc068480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605018f5204b8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ff8fd0da624e9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dd80081a944a3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de6ce06e9d4c3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518a9dfff38b43c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ff399894f41d439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market:{8574A810-7A8E-054F-9F6B-09E9C694ECF9}" type="slidenum">
              <a:t>‹#›</a:t>
            </a:fld>
            <a:endParaRPr sz="1000"/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market:{8574A810-7A8E-054F-9F6B-09E9C694ECF9}" type="slidenum">
              <a:t>‹#›</a:t>
            </a:fld>
            <a:endParaRPr sz="1000"/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market:{8574A810-7A8E-054F-9F6B-09E9C694ECF9}" type="slidenum">
              <a:t>‹#›</a:t>
            </a:fld>
            <a:endParaRPr sz="1000"/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market:{8574A810-7A8E-054F-9F6B-09E9C694ECF9}" type="slidenum">
              <a:t>‹#›</a:t>
            </a:fld>
            <a:endParaRPr sz="1000"/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7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market:{8574A810-7A8E-054F-9F6B-09E9C694ECF9}" type="slidenum">
              <a:t>‹#›</a:t>
            </a:fld>
            <a:endParaRPr sz="1000"/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market: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8fb0f84434456" /><Relationship Type="http://schemas.openxmlformats.org/officeDocument/2006/relationships/slideLayout" Target="/ppt/slideLayouts/slideLayout1.xml" Id="Ra8c283fde4c34c1a" /><Relationship Type="http://schemas.openxmlformats.org/officeDocument/2006/relationships/slideLayout" Target="/ppt/slideLayouts/slideLayout2.xml" Id="R129ca0cd8ec14898" /><Relationship Type="http://schemas.openxmlformats.org/officeDocument/2006/relationships/slideLayout" Target="/ppt/slideLayouts/slideLayout3.xml" Id="Rd41c17025a25449f" /><Relationship Type="http://schemas.openxmlformats.org/officeDocument/2006/relationships/slideLayout" Target="/ppt/slideLayouts/slideLayout4.xml" Id="R3cc8d4d9233441ec" /><Relationship Type="http://schemas.openxmlformats.org/officeDocument/2006/relationships/slideLayout" Target="/ppt/slideLayouts/slideLayout5.xml" Id="R01cc7a93f39c4f89" /><Relationship Type="http://schemas.openxmlformats.org/officeDocument/2006/relationships/slideLayout" Target="/ppt/slideLayouts/slideLayout6.xml" Id="Rf2e9b218df9549e3" /><Relationship Type="http://schemas.openxmlformats.org/officeDocument/2006/relationships/slideLayout" Target="/ppt/slideLayouts/slideLayout7.xml" Id="Rca99c2b95b3848c7" /><Relationship Type="http://schemas.openxmlformats.org/officeDocument/2006/relationships/slideLayout" Target="/ppt/slideLayouts/slideLayout8.xml" Id="Rc194102ecefc4358" /><Relationship Type="http://schemas.openxmlformats.org/officeDocument/2006/relationships/slideLayout" Target="/ppt/slideLayouts/slideLayout9.xml" Id="Rbcfb3bffdc2a4c30" /><Relationship Type="http://schemas.openxmlformats.org/officeDocument/2006/relationships/slideLayout" Target="/ppt/slideLayouts/slideLayout10.xml" Id="R753f5a9dea55495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a4800837e81436a" /><Relationship Type="http://schemas.openxmlformats.org/officeDocument/2006/relationships/slideLayout" Target="/ppt/slideLayouts/slideLayout11.xml" Id="R2f1991cd038347b4" /><Relationship Type="http://schemas.openxmlformats.org/officeDocument/2006/relationships/slideLayout" Target="/ppt/slideLayouts/slideLayout12.xml" Id="R391883b77ea64513" /><Relationship Type="http://schemas.openxmlformats.org/officeDocument/2006/relationships/slideLayout" Target="/ppt/slideLayouts/slideLayout13.xml" Id="Rba9b68e291fc43e5" /><Relationship Type="http://schemas.openxmlformats.org/officeDocument/2006/relationships/slideLayout" Target="/ppt/slideLayouts/slideLayout14.xml" Id="R69d2719e7a7248b3" /><Relationship Type="http://schemas.openxmlformats.org/officeDocument/2006/relationships/slideLayout" Target="/ppt/slideLayouts/slideLayout15.xml" Id="Ra73a06b91a574c09" /><Relationship Type="http://schemas.openxmlformats.org/officeDocument/2006/relationships/slideLayout" Target="/ppt/slideLayouts/slideLayout16.xml" Id="R88c8841eb7a14510" /><Relationship Type="http://schemas.openxmlformats.org/officeDocument/2006/relationships/slideLayout" Target="/ppt/slideLayouts/slideLayout17.xml" Id="R03dcd64a09b14f8f" /><Relationship Type="http://schemas.openxmlformats.org/officeDocument/2006/relationships/slideLayout" Target="/ppt/slideLayouts/slideLayout18.xml" Id="R643cb608ec7245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283fde4c34c1a"/>
    <p:sldLayoutId xmlns:r="http://schemas.openxmlformats.org/officeDocument/2006/relationships" id="2147483650" r:id="R129ca0cd8ec14898"/>
    <p:sldLayoutId xmlns:r="http://schemas.openxmlformats.org/officeDocument/2006/relationships" id="2147483651" r:id="Rd41c17025a25449f"/>
    <p:sldLayoutId xmlns:r="http://schemas.openxmlformats.org/officeDocument/2006/relationships" id="2147483652" r:id="R3cc8d4d9233441ec"/>
    <p:sldLayoutId xmlns:r="http://schemas.openxmlformats.org/officeDocument/2006/relationships" id="2147483653" r:id="R01cc7a93f39c4f89"/>
    <p:sldLayoutId xmlns:r="http://schemas.openxmlformats.org/officeDocument/2006/relationships" id="2147483654" r:id="Rf2e9b218df9549e3"/>
    <p:sldLayoutId xmlns:r="http://schemas.openxmlformats.org/officeDocument/2006/relationships" id="2147483655" r:id="Rca99c2b95b3848c7"/>
    <p:sldLayoutId xmlns:r="http://schemas.openxmlformats.org/officeDocument/2006/relationships" id="2147483656" r:id="Rc194102ecefc4358"/>
    <p:sldLayoutId xmlns:r="http://schemas.openxmlformats.org/officeDocument/2006/relationships" id="2147483657" r:id="Rbcfb3bffdc2a4c30"/>
    <p:sldLayoutId xmlns:r="http://schemas.openxmlformats.org/officeDocument/2006/relationships" id="2147483658" r:id="R753f5a9dea55495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market: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2f1991cd038347b4"/>
    <p:sldLayoutId xmlns:r="http://schemas.openxmlformats.org/officeDocument/2006/relationships" id="2147483661" r:id="R391883b77ea64513"/>
    <p:sldLayoutId xmlns:r="http://schemas.openxmlformats.org/officeDocument/2006/relationships" id="2147483662" r:id="Rba9b68e291fc43e5"/>
    <p:sldLayoutId xmlns:r="http://schemas.openxmlformats.org/officeDocument/2006/relationships" id="2147483663" r:id="R69d2719e7a7248b3"/>
    <p:sldLayoutId xmlns:r="http://schemas.openxmlformats.org/officeDocument/2006/relationships" id="2147483664" r:id="Ra73a06b91a574c09"/>
    <p:sldLayoutId xmlns:r="http://schemas.openxmlformats.org/officeDocument/2006/relationships" id="2147483665" r:id="R88c8841eb7a14510"/>
    <p:sldLayoutId xmlns:r="http://schemas.openxmlformats.org/officeDocument/2006/relationships" id="2147483666" r:id="R03dcd64a09b14f8f"/>
    <p:sldLayoutId xmlns:r="http://schemas.openxmlformats.org/officeDocument/2006/relationships" id="2147483667" r:id="R643cb608ec7245d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a975f4129494f" /><Relationship Type="http://schemas.openxmlformats.org/officeDocument/2006/relationships/notesSlide" Target="/ppt/notesSlides/notesSlide1.xml" Id="Rb773754d67624a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ba206a475c34ba0" /><Relationship Type="http://schemas.openxmlformats.org/officeDocument/2006/relationships/notesSlide" Target="/ppt/notesSlides/notesSlide2.xml" Id="Rc8b196bfffbc48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e67959b161148a8" /><Relationship Type="http://schemas.openxmlformats.org/officeDocument/2006/relationships/image" Target="/ppt/media/image3.png" Id="Ra29d551a97994a4c" /><Relationship Type="http://schemas.openxmlformats.org/officeDocument/2006/relationships/notesSlide" Target="/ppt/notesSlides/notesSlide3.xml" Id="R8309ba96dafa48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9686906b541ee" /><Relationship Type="http://schemas.openxmlformats.org/officeDocument/2006/relationships/notesSlide" Target="/ppt/notesSlides/notesSlide4.xml" Id="R3e8a3cede9b14a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aa897288a45d2" /><Relationship Type="http://schemas.openxmlformats.org/officeDocument/2006/relationships/notesSlide" Target="/ppt/notesSlides/notesSlide5.xml" Id="R2f4010c0e94c48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9b7a45059de44d0" /><Relationship Type="http://schemas.openxmlformats.org/officeDocument/2006/relationships/notesSlide" Target="/ppt/notesSlides/notesSlide6.xml" Id="R2fe0903d7aa341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3c382eec94f78" /><Relationship Type="http://schemas.openxmlformats.org/officeDocument/2006/relationships/notesSlide" Target="/ppt/notesSlides/notesSlide7.xml" Id="R4763d157121041f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DecoradoVirtual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Experiência para vender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Apresentação comercial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Outubro de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Para incorporadoras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e construtoras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OUT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DecoradoVirtual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3A1CD986-FB33-47B4-81E2-3D52A3C2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Experiência virtual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Exploração dos ambientes e das configurações previstas para ajudar o comprador a compreender a planta.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Gestão do projeto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Etapas, responsáveis e solicitações organizados, com histórico de versões e aprovações.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Acompanhamento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Alinhamento do briefing, apoio às revisões e preparação da experiência para uso comercial.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Experiência, gestão e acompanhamento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Uma representação virtual do empreendimento, organizada para servir à apresentação e à venda. A produção é acompanhada por um processo de revisão, aprovação e suporte.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UMA SOLUÇÃO COMPLETA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DecoradoVirtual · Comercial</a:t>
            </a:r>
          </a:p>
        </p:txBody>
      </p:sp>
      <p:sp>
        <p:nvSpPr>
          <p:cNvPr id="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 imóvel antes da obra pronta</a:t>
            </a:r>
          </a:p>
        </p:txBody>
      </p:sp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d551a97994a4c"/>
          <a:srcRect xmlns:a="http://schemas.openxmlformats.org/drawingml/2006/main" l="22173" t="0" r="22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Uma forma concreta de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imaginar a vida no espaço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6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O comprador explora a relação entre os ambientes e visualiza as possibilidades previstas para a unidade.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 experiência dá ao corretor um recurso para explicar a planta e aprofundar a conversa sobre o empreendimento.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Imagem conceitual ilustrativa, gerada por IA.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Visibilidade para a incorporadora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Objetivos, plantas e materiais de referência reunidos no projeto.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Briefing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Etapas, responsáveis e prazos para acompanhar o trabalho.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Produção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Comentários e pedidos ligados ao projeto e às suas versões.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Revisões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Identificação da versão liberada para apresentação comercial.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Aprovações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Projeto acompanhado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Cada solicitação precisa de contexto. Cada revisão precisa de uma versão identificada.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 equipe acompanha o andamento e define o que pode ser apresentado ao cliente.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Atendimento presencial e remoto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atendimento presencial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Exploração orientada com a equipe comercial.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Entender a distribuição dos ambientes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Apresentar opções do escopo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Esclarecer dúvidas durante a visita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 clientes à distância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Proposta de acesso interativo pelo navegador.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Demonstração em horário combinado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Conexão e dispositivos validados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Capacidade de sessões contratada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Uma jornada de apresentação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experiência apoia a conversa entre corretor e comprador. O formato de acesso é definido conforme o empreendimento e validado no piloto.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acesso remoto está previsto e depende de validação técnica. Decoração e alternativas visuais não alteram as especificações oficiais do imóvel.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Definir o escopo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Escolher uma planta, os ambientes e as opções prioritárias.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piloto para o seu empreendimento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Construir e revisar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Produzir a experiência e aprovar a versão de apresentação.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Testar no atendimento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Avaliar clareza, uso pela equipe e condições de acesso.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ALINHAMENTO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PRODUÇÃO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AVALIAÇÃO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Seu empreendimento.</a:t>
            </a:r>
          </a:p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Uma nova forma de apresentar.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Próximo passo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Definir o briefing do piloto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DecoradoVirtual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2026-10-06T16:32:26.1740000Z</dcterms:created>
  <dcterms:modified xsi:type="dcterms:W3CDTF">2026-10-06T16:32:26.1740000Z</dcterms:modified>
</coreProperties>
</file>